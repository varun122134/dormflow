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UNIVERSITY COLLEGE OF ENGINEERING, ARIYALUR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Inter"/>
              </a:defRPr>
            </a:pPr>
            <a:r>
              <a:t>DormFlow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260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Inter"/>
              </a:defRPr>
            </a:pPr>
            <a:r>
              <a:t>Dual-Hostel QR Outpass &amp; Leave Management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Inter"/>
              </a:defRPr>
            </a:pPr>
            <a:r>
              <a:t>Role-Based SPA  |  Vanilla JS + Supabase + Capacitor  |  Android APK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4572000"/>
            <a:ext cx="2133295" cy="36576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937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94A3B8"/>
                </a:solidFill>
                <a:latin typeface="Inter"/>
              </a:defRPr>
            </a:pPr>
            <a:r>
              <a:t>Presented by MooN Software Solutions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Varun C  (Lead Developer)     |     Veerakumar  (Developer)     |     Umar Sheriff  (UI/UX &amp; Testing)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Meet the Team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Inter"/>
              </a:defRPr>
            </a:pPr>
            <a:r>
              <a:t>MooN Software Solutions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32918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920240" y="182880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92024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Varun 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B5CF6"/>
                </a:solidFill>
                <a:latin typeface="Inter"/>
              </a:defRPr>
            </a:pPr>
            <a:r>
              <a:t>Lead Developer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40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Inter"/>
              </a:defRPr>
            </a:pPr>
            <a:r>
              <a:t>System architecture &amp; full-stack development.</a:t>
            </a:r>
            <a:br/>
            <a:r>
              <a:t>Designed and built DormFlow from the ground up.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80559" y="1463040"/>
            <a:ext cx="32918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59" y="1463040"/>
            <a:ext cx="32918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669279" y="1828800"/>
            <a:ext cx="914400" cy="91440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79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39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Veerakumar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39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56DB"/>
                </a:solidFill>
                <a:latin typeface="Inter"/>
              </a:defRPr>
            </a:pPr>
            <a:r>
              <a:t>Developer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39" y="3840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Inter"/>
              </a:defRPr>
            </a:pPr>
            <a:r>
              <a:t>Core developer — contributed to building</a:t>
            </a:r>
            <a:br/>
            <a:r>
              <a:t>the application end-to-end.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63040"/>
            <a:ext cx="3291840" cy="43891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463040"/>
            <a:ext cx="3291840" cy="54864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18320" y="1828800"/>
            <a:ext cx="914400" cy="914400"/>
          </a:xfrm>
          <a:prstGeom prst="ellipse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18320" y="201168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Inter"/>
              </a:defRPr>
            </a:pPr>
            <a:r>
              <a:t>U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92608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Inter"/>
              </a:defRPr>
            </a:pPr>
            <a:r>
              <a:t>Umar Sheriff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32918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ED48F"/>
                </a:solidFill>
                <a:latin typeface="Inter"/>
              </a:defRPr>
            </a:pPr>
            <a:r>
              <a:t>UI/UX &amp;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3840480"/>
            <a:ext cx="29260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94A3B8"/>
                </a:solidFill>
                <a:latin typeface="Inter"/>
              </a:defRPr>
            </a:pPr>
            <a:r>
              <a:t>Crafted the user experience and ensured</a:t>
            </a:r>
            <a:br/>
            <a:r>
              <a:t>quality across every screen.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Inter"/>
              </a:defRPr>
            </a:pPr>
            <a:r>
              <a:t>✖  Manual paper-based leave registers are slow, error-prone, and easily lost.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Inter"/>
              </a:defRPr>
            </a:pPr>
            <a:r>
              <a:t>✖  Wardens have no real-time visibility into who is in or out of the hostel.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Inter"/>
              </a:defRPr>
            </a:pPr>
            <a:r>
              <a:t>✖  Gate security cannot instantly verify if a student has valid leave approval.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Inter"/>
              </a:defRPr>
            </a:pPr>
            <a:r>
              <a:t>✖  No unified system — students, wardens, and security operate in silos.</a:t>
            </a:r>
          </a:p>
          <a:p>
            <a:pPr algn="l">
              <a:spcAft>
                <a:spcPts val="600"/>
              </a:spcAft>
              <a:defRPr sz="1800" b="0">
                <a:solidFill>
                  <a:srgbClr val="94A3B8"/>
                </a:solidFill>
                <a:latin typeface="Inter"/>
              </a:defRPr>
            </a:pPr>
            <a:r>
              <a:t>✖  500+ hostel residents across boys &amp; girls hostels with no digital tracking.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Solution: DormFlow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Inter"/>
              </a:defRPr>
            </a:pPr>
            <a:r>
              <a:t>A unified digital ecosystem for hostel leave operations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36576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QR-Based Outpass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Each approved leave generates a unique scannable QR pass.</a:t>
            </a:r>
            <a:br/>
            <a:r>
              <a:t>Gate security validates via camera — no paper needed.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029200" cy="36576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Role-Based Access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Four tiers: Student, Warden, Gate Security, Admin.</a:t>
            </a:r>
            <a:br/>
            <a:r>
              <a:t>Each sees only what they need to see.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029200" cy="36576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Real-Time Status Tracking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Know instantly who is IN, who is OUT, and who is</a:t>
            </a:r>
            <a:br/>
            <a:r>
              <a:t>pending approval — across both hostels.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029200" cy="36576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Android APK Distribution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Distributed as a signed APK (~5.1 MB).</a:t>
            </a:r>
            <a:br/>
            <a:r>
              <a:t>Works on any Android 7.0+ device.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Student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Inter"/>
              </a:defRPr>
            </a:pPr>
            <a:r>
              <a:t>Empowering 500+ hostel residents with digital leave management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502920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5029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Leave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Submit leave requests with date range &amp; reason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View approval status in real-time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Track complete leave history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Edit/cancel pending requests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371600"/>
            <a:ext cx="50292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371600"/>
            <a:ext cx="54864" cy="2286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5087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QR Outpass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920240"/>
            <a:ext cx="45720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Receive scannable QR pass on approval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QR encodes leave ID + student info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Present at gate for scan-in/scan-out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3931920"/>
            <a:ext cx="5029200" cy="24688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3931920"/>
            <a:ext cx="54864" cy="246888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40690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Profile &amp;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4480560"/>
            <a:ext cx="457200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Personal profile with registration details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Dashboard with leave stats &amp; quick actions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Guardian contact information on file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Warden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Inter"/>
              </a:defRPr>
            </a:pPr>
            <a:r>
              <a:t>Block-segregated approval workflow for hostel wardens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Block-Segregated Queue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Boys &amp; girls wardens see only their respective hostel leave requests. Zero cross-block noise.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Approve / Reject Requests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One-tap approve or reject with review of student details, dates, and reason.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Resident Directory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Complete view of all residents in the assigned block with room numbers and contact info.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Leave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Access full leave history for any resident in the block for audit purposes.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Gate Security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Inter"/>
              </a:defRPr>
            </a:pPr>
            <a:r>
              <a:t>Real-time QR scanning at the hostel gate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38328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54864" cy="50292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QR Scan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Hardware camera integration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Instant pass validation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Auto-detect valid/expired passes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10-min re-scan cooldown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38328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54864" cy="50292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Gate Dashboard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Live IN/OUT status board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Currently in-house residents list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Scan history with timestamps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Student photo verification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383280" cy="50292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54864" cy="50292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15087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Security Controls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1920240"/>
            <a:ext cx="2926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Flag invalid passes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Manual registration lookup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Cross-hostel gate view</a:t>
            </a:r>
          </a:p>
          <a:p>
            <a:pPr algn="l">
              <a:spcAft>
                <a:spcPts val="600"/>
              </a:spcAft>
              <a:defRPr sz="1400" b="0">
                <a:solidFill>
                  <a:srgbClr val="94A3B8"/>
                </a:solidFill>
                <a:latin typeface="Inter"/>
              </a:defRPr>
            </a:pPr>
            <a:r>
              <a:t>  ✓  Audit trail for every scan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Admin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4A3B8"/>
                </a:solidFill>
                <a:latin typeface="Inter"/>
              </a:defRPr>
            </a:pPr>
            <a:r>
              <a:t>Central administration &amp; system control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User Management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031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Approve/reject registrations.</a:t>
            </a:r>
            <a:br/>
            <a:r>
              <a:t>Assign roles across all 4 tiers.</a:t>
            </a:r>
            <a:br/>
            <a:r>
              <a:t>Monitor all active accounts.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7920" y="146304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17920" y="1463040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0" y="16002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Leave Oversight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210312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View ALL leave &amp; outpass records.</a:t>
            </a:r>
            <a:br/>
            <a:r>
              <a:t>Cross-hostel audit capability.</a:t>
            </a:r>
            <a:br/>
            <a:r>
              <a:t>Override approvals when needed.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3840480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System Dashboard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4805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Real-time occupancy stats.</a:t>
            </a:r>
            <a:br/>
            <a:r>
              <a:t>Active vs pending leaves chart.</a:t>
            </a:r>
            <a:br/>
            <a:r>
              <a:t>Role-wise user distribution.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02920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7920" y="3840480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9224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Registration Gate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480560"/>
            <a:ext cx="4389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Single source of truth for access.</a:t>
            </a:r>
            <a:br/>
            <a:r>
              <a:t>Validate new users across roles.</a:t>
            </a:r>
            <a:br/>
            <a:r>
              <a:t>Block unauthorized accounts.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Technology Stack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50292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50292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916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Vanilla JavaScript (ES Modules)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Vite Build Tool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Chart.js (Dashboards)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html5-qrcode (QR Scanner)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qrcode (QR Generator)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Fontsource Inter + Material Icons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097280"/>
            <a:ext cx="50292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097280"/>
            <a:ext cx="50292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344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Backend &amp; DB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916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Supabase (BaaS)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PostgreSQL with RLS Policies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Supabase Auth (Email + Password)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Row-Level Security (RLS)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Automatic profile triggers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80"/>
            <a:ext cx="50292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80"/>
            <a:ext cx="50292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Mobile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Apache Capacitor v8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Android APK (v2 signed)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UsesCleartextTraffic enabled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Min SDK: Android 7.0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APK Size: ~5.1 MB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80"/>
            <a:ext cx="5029200" cy="23774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80"/>
            <a:ext cx="50292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Inter"/>
              </a:defRPr>
            </a:pPr>
            <a:r>
              <a:t>DevOps &amp; Hosting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40"/>
            <a:ext cx="4389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GitHub (Source Control)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GitHub Pages (Landing Page)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Supabase Cloud (Hosted DB)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Supabase Studio (Admin UI)</a:t>
            </a:r>
          </a:p>
          <a:p>
            <a:pPr algn="l">
              <a:spcAft>
                <a:spcPts val="600"/>
              </a:spcAft>
              <a:defRPr sz="1300" b="0">
                <a:solidFill>
                  <a:srgbClr val="94A3B8"/>
                </a:solidFill>
                <a:latin typeface="Inter"/>
              </a:defRPr>
            </a:pPr>
            <a:r>
              <a:t>  ▸  SHA-256 code signing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91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2918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A56DB"/>
                </a:solidFill>
                <a:latin typeface="Inter"/>
              </a:defRPr>
            </a:pPr>
            <a:r>
              <a:t>CLIENT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Vanilla JS SPA</a:t>
            </a:r>
            <a:br/>
            <a:r>
              <a:t>Vite Bundle</a:t>
            </a:r>
            <a:br/>
            <a:r>
              <a:t>Android WebView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280160"/>
            <a:ext cx="3291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60320" y="128016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8B5CF6"/>
                </a:solidFill>
                <a:latin typeface="Inter"/>
              </a:defRPr>
            </a:pPr>
            <a:r>
              <a:t>AUTH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Supabase Auth</a:t>
            </a:r>
            <a:br/>
            <a:r>
              <a:t>JWT Tokens</a:t>
            </a:r>
            <a:br/>
            <a:r>
              <a:t>Role Verification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280160"/>
            <a:ext cx="3291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89120" y="128016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59E0B"/>
                </a:solidFill>
                <a:latin typeface="Inter"/>
              </a:defRPr>
            </a:pPr>
            <a:r>
              <a:t>API LAYER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Supabase REST API</a:t>
            </a:r>
            <a:br/>
            <a:r>
              <a:t>Realtime Subscriptions</a:t>
            </a:r>
            <a:br/>
            <a:r>
              <a:t>Storage API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3291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280160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10B981"/>
                </a:solidFill>
                <a:latin typeface="Inter"/>
              </a:defRPr>
            </a:pPr>
            <a:r>
              <a:t>DATABASE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PostgreSQL</a:t>
            </a:r>
            <a:br/>
            <a:r>
              <a:t>RLS Policies</a:t>
            </a:r>
            <a:br/>
            <a:r>
              <a:t>Triggers &amp; Funcs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0" y="1280160"/>
            <a:ext cx="3291840" cy="25603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20" y="1280160"/>
            <a:ext cx="3291840" cy="54864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ED48F"/>
                </a:solidFill>
                <a:latin typeface="Inter"/>
              </a:defRPr>
            </a:pPr>
            <a:r>
              <a:t>STORAGE LAYER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1920240"/>
            <a:ext cx="2926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Supabase Storage</a:t>
            </a:r>
            <a:br/>
            <a:r>
              <a:t>Avatars / Photos</a:t>
            </a:r>
            <a:br/>
            <a:r>
              <a:t>Public Assets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064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64040" y="22860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" y="4206240"/>
            <a:ext cx="10515600" cy="22860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5840" y="43434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Inter"/>
              </a:defRPr>
            </a:pPr>
            <a:r>
              <a:t>Data Flow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5840" y="4709160"/>
            <a:ext cx="10058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1.  User opens app → SPA loads in Android WebView → checks for existing session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2.  Login/Register → Supabase Auth validates credentials → returns JWT with role in app_metadata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3.  Every API request → JWT sent as Bearer token → PostgreSQL RLS enforces row-level permissions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4.  Leave request → stored in leaves table → triggers outpass generation → QR code created on approval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5.  Gate scan → camera reads QR → out_time/in_time logged → 10-min cooldown enforced server-side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Database Schema &amp; Security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918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32918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profiles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id (UUID, PK)  |  email  |  name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role (student/boys_warden/girls_warden/security/admin)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gender  |  hostel_type  |  department  |  year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room_number  |  block_name  |  phone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guardian_name  |  guardian_phone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active_status (IN/OUT)  |  is_approved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59" y="1280160"/>
            <a:ext cx="32918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59" y="1280160"/>
            <a:ext cx="32918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39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leaves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39" y="19202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id (UUID, PK)  |  student_id (FK)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start_date  |  end_date  |  reason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approval_status (Pending/Approved/Rejected)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approved_by (FK)  |  applied_at  |  updated_at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280160"/>
            <a:ext cx="3291840" cy="411480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229600" y="1280160"/>
            <a:ext cx="32918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14630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Inter"/>
              </a:defRPr>
            </a:pPr>
            <a:r>
              <a:t>outpasses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192024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id (UUID, PK)  |  leave_id (FK, unique)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student_id (FK)  |  qr_code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out_time  |  in_time</a:t>
            </a:r>
          </a:p>
          <a:p>
            <a:pPr algn="l">
              <a:spcAft>
                <a:spcPts val="600"/>
              </a:spcAft>
              <a:defRPr sz="1200" b="0">
                <a:solidFill>
                  <a:srgbClr val="94A3B8"/>
                </a:solidFill>
                <a:latin typeface="Inter"/>
              </a:defRPr>
            </a:pPr>
            <a:r>
              <a:t>scanned_by (FK)  |  created_at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669280"/>
            <a:ext cx="10515600" cy="73152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5669280"/>
            <a:ext cx="54864" cy="7315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760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Security: Row-Level Security (RLS) policies on every table. JWT role from app_metadata controls all CRUD operations. Triggers auto-create profiles on signup. Unique constraint on outpasses.leave_id ensures 1:1 mapping.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Security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188720"/>
            <a:ext cx="5029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18872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Row-Level Security (RLS)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PostgreSQL policies on every table. Students see only their own data.</a:t>
            </a:r>
            <a:br/>
            <a:r>
              <a:t>Wardens see only their block. Admins see everything. Enforced at DB level.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188720"/>
            <a:ext cx="5029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18872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2801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JWT Authentication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6459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Supabase Auth with email/password. Role stored in app_metadata</a:t>
            </a:r>
            <a:br/>
            <a:r>
              <a:t>within JWT. Every API request verified server-side.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017520"/>
            <a:ext cx="5029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Admin Approval Gate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4747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New registrations set is_approved=false. Admin must manually</a:t>
            </a:r>
            <a:br/>
            <a:r>
              <a:t>approve before login is allowed. Prevents unauthorized access.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017520"/>
            <a:ext cx="5029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01752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1089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QR Code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747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Outpass QR encodes leave UUID + student ID. Gate scan validates</a:t>
            </a:r>
            <a:br/>
            <a:r>
              <a:t>against DB in real-time. Expired/invalid passes flagged immediately.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846320"/>
            <a:ext cx="5029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484632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937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10-Minute Scan Cooldown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53035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After OUT scan, gate cannot re-scan for IN within 10 minutes.</a:t>
            </a:r>
            <a:br/>
            <a:r>
              <a:t>Prevents duplicate scans. Enforced server-side in store.js.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4846320"/>
            <a:ext cx="5029200" cy="15544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4846320"/>
            <a:ext cx="54864" cy="155448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92240" y="49377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Inter"/>
              </a:defRPr>
            </a:pPr>
            <a:r>
              <a:t>APK Signing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92240" y="5303520"/>
            <a:ext cx="4389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Inter"/>
              </a:defRPr>
            </a:pPr>
            <a:r>
              <a:t>Signed with SHA-256 RSA 2048-bit keystore.</a:t>
            </a:r>
            <a:br/>
            <a:r>
              <a:t>v2 APK Signature Scheme. Secure distribution.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User Workflow</a:t>
            </a:r>
          </a:p>
        </p:txBody>
      </p:sp>
      <p:sp>
        <p:nvSpPr>
          <p:cNvPr id="4" name="Oval 3"/>
          <p:cNvSpPr/>
          <p:nvPr/>
        </p:nvSpPr>
        <p:spPr>
          <a:xfrm>
            <a:off x="1051560" y="1463040"/>
            <a:ext cx="1097280" cy="1097280"/>
          </a:xfrm>
          <a:prstGeom prst="ellipse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Student</a:t>
            </a:r>
            <a:br/>
            <a:r>
              <a:t>Submits Leave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0312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8" name="Oval 7"/>
          <p:cNvSpPr/>
          <p:nvPr/>
        </p:nvSpPr>
        <p:spPr>
          <a:xfrm>
            <a:off x="2971800" y="1463040"/>
            <a:ext cx="1097280" cy="109728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7180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Warden</a:t>
            </a:r>
            <a:br/>
            <a:r>
              <a:t>Approves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12" name="Oval 11"/>
          <p:cNvSpPr/>
          <p:nvPr/>
        </p:nvSpPr>
        <p:spPr>
          <a:xfrm>
            <a:off x="4892040" y="146304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QR Pass</a:t>
            </a:r>
            <a:br/>
            <a:r>
              <a:t>Generated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16" name="Oval 15"/>
          <p:cNvSpPr/>
          <p:nvPr/>
        </p:nvSpPr>
        <p:spPr>
          <a:xfrm>
            <a:off x="6812280" y="1463040"/>
            <a:ext cx="1097280" cy="1097280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1228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Gate Scan</a:t>
            </a:r>
            <a:br/>
            <a:r>
              <a:t>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20" name="Oval 19"/>
          <p:cNvSpPr/>
          <p:nvPr/>
        </p:nvSpPr>
        <p:spPr>
          <a:xfrm>
            <a:off x="8732520" y="1463040"/>
            <a:ext cx="1097280" cy="1097280"/>
          </a:xfrm>
          <a:prstGeom prst="ellipse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3252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Gate Scan</a:t>
            </a:r>
            <a:br/>
            <a:r>
              <a:t>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84080" y="1828800"/>
            <a:ext cx="548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Inter"/>
              </a:defRPr>
            </a:pPr>
            <a:r>
              <a:t>▶</a:t>
            </a:r>
          </a:p>
        </p:txBody>
      </p:sp>
      <p:sp>
        <p:nvSpPr>
          <p:cNvPr id="24" name="Oval 23"/>
          <p:cNvSpPr/>
          <p:nvPr/>
        </p:nvSpPr>
        <p:spPr>
          <a:xfrm>
            <a:off x="10652760" y="1463040"/>
            <a:ext cx="1097280" cy="109728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52760" y="1600200"/>
            <a:ext cx="1097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Inter"/>
              </a:defRPr>
            </a:pPr>
            <a: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32720" y="2743200"/>
            <a:ext cx="1737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Inter"/>
              </a:defRPr>
            </a:pPr>
            <a:r>
              <a:t>Auto</a:t>
            </a:r>
            <a:br/>
            <a:r>
              <a:t>Check-In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3474720"/>
            <a:ext cx="17373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3474720"/>
            <a:ext cx="173736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48640" y="3611880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Student logs in, fills leave form with</a:t>
            </a:r>
            <a:br/>
            <a:r>
              <a:t>dates &amp; reason. Request enters</a:t>
            </a:r>
            <a:br/>
            <a:r>
              <a:t>Pending queue.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377440" y="3474720"/>
            <a:ext cx="17373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377440" y="3474720"/>
            <a:ext cx="173736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68880" y="3611880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Warden sees request in block-specific</a:t>
            </a:r>
            <a:br/>
            <a:r>
              <a:t>queue. Reviews &amp; taps Approve</a:t>
            </a:r>
            <a:br/>
            <a:r>
              <a:t>or Reject.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97680" y="3474720"/>
            <a:ext cx="17373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97680" y="3474720"/>
            <a:ext cx="173736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3611880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System generates QR code</a:t>
            </a:r>
            <a:br/>
            <a:r>
              <a:t>encoding leave ID + student</a:t>
            </a:r>
            <a:br/>
            <a:r>
              <a:t>ID. Available in app.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474720"/>
            <a:ext cx="17373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3474720"/>
            <a:ext cx="173736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09360" y="3611880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Gate security scans QR at exit.</a:t>
            </a:r>
            <a:br/>
            <a:r>
              <a:t>System logs out_time.</a:t>
            </a:r>
            <a:br/>
            <a:r>
              <a:t>Cooldown starts.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138160" y="3474720"/>
            <a:ext cx="17373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138160" y="3474720"/>
            <a:ext cx="173736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0" y="3611880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Student returns, gate scans QR.</a:t>
            </a:r>
            <a:br/>
            <a:r>
              <a:t>System logs in_time.</a:t>
            </a:r>
            <a:br/>
            <a:r>
              <a:t>Auto-updates status.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3474720"/>
            <a:ext cx="1737360" cy="29260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0058400" y="3474720"/>
            <a:ext cx="1737360" cy="36576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149840" y="3611880"/>
            <a:ext cx="1554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  <a:latin typeface="Inter"/>
              </a:defRPr>
            </a:pPr>
            <a:r>
              <a:t>Active status set to IN.</a:t>
            </a:r>
            <a:br/>
            <a:r>
              <a:t>Leave marked complete.</a:t>
            </a:r>
            <a:br/>
            <a:r>
              <a:t>Dashboard updated.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Deployment &amp; Availability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280160"/>
            <a:ext cx="502920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417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Android APK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874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Signed release APK (v3.0.0)</a:t>
            </a:r>
            <a:br/>
            <a:r>
              <a:t>Size: ~5.1 MB</a:t>
            </a:r>
            <a:br/>
            <a:r>
              <a:t>Android 7.0+ required</a:t>
            </a:r>
            <a:br/>
            <a:r>
              <a:t>v2 APK Signature Scheme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280160"/>
            <a:ext cx="50292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17920" y="1280160"/>
            <a:ext cx="5029200" cy="36576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4173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GitHub Repository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1874520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Source code hosted at:</a:t>
            </a:r>
            <a:br/>
            <a:r>
              <a:t>github.com/VARUN122134/dormflow</a:t>
            </a:r>
            <a:br/>
            <a:r>
              <a:t>98 files, 10K+ lines of code</a:t>
            </a:r>
            <a:br/>
            <a:r>
              <a:t>Full commit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840479"/>
            <a:ext cx="50292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3840479"/>
            <a:ext cx="5029200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39776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GitHub Pages Landing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39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Download page at:</a:t>
            </a:r>
            <a:br/>
            <a:r>
              <a:t>varun122134.github.io/dormflow/</a:t>
            </a:r>
            <a:br/>
            <a:r>
              <a:t>Feature showcase + install guide</a:t>
            </a:r>
            <a:br/>
            <a:r>
              <a:t>Direct APK download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3840479"/>
            <a:ext cx="5029200" cy="2194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3840479"/>
            <a:ext cx="50292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3977639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FFFF"/>
                </a:solidFill>
                <a:latin typeface="Inter"/>
              </a:defRPr>
            </a:pPr>
            <a:r>
              <a:t>Supabase Backend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4434839"/>
            <a:ext cx="4389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Inter"/>
              </a:defRPr>
            </a:pPr>
            <a:r>
              <a:t>Cloud-hosted PostgreSQL</a:t>
            </a:r>
            <a:br/>
            <a:r>
              <a:t>Row-Level Security enabled</a:t>
            </a:r>
            <a:br/>
            <a:r>
              <a:t>Supabase Auth + Storage</a:t>
            </a:r>
            <a:br/>
            <a:r>
              <a:t>50K MAU free tier capacity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Future Enhancements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Real-time WebSocket notifications for leave status changes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Multi-campus support with role-based campus assignment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Push notifications via Firebase Cloud Messaging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Forgot password &amp; email verification flow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Post Announcements module for wardens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AI-based leave approval suggestions using historical data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iOS version via Capacitor (minimal code changes)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Biometric authentication (fingerprint / face unlock)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Offline-first architecture with local data sync</a:t>
            </a:r>
          </a:p>
          <a:p>
            <a:pPr algn="l">
              <a:spcAft>
                <a:spcPts val="600"/>
              </a:spcAft>
              <a:defRPr sz="1700" b="0">
                <a:solidFill>
                  <a:srgbClr val="94A3B8"/>
                </a:solidFill>
                <a:latin typeface="Inter"/>
              </a:defRPr>
            </a:pPr>
            <a:r>
              <a:t>  ▸  QR gate hardware integration (Raspberry Pi scanners)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Inter"/>
              </a:defRPr>
            </a:pPr>
            <a:r>
              <a:t>Project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32918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91840" cy="54864"/>
          </a:xfrm>
          <a:prstGeom prst="rect">
            <a:avLst/>
          </a:prstGeom>
          <a:solidFill>
            <a:srgbClr val="1A56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A56DB"/>
                </a:solidFill>
                <a:latin typeface="Inter"/>
              </a:defRPr>
            </a:pPr>
            <a:r>
              <a:t>500+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Students Served</a:t>
            </a:r>
            <a:br/>
            <a:r>
              <a:t>(Boys + Girls Hostels)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371600"/>
            <a:ext cx="32918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45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59E0B"/>
                </a:solidFill>
                <a:latin typeface="Inter"/>
              </a:defRPr>
            </a:pPr>
            <a: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User Roles</a:t>
            </a:r>
            <a:br/>
            <a:r>
              <a:t>(Student/Warden/Security/Admin)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371600"/>
            <a:ext cx="32918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291840" cy="54864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64592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8B5CF6"/>
                </a:solidFill>
                <a:latin typeface="Inter"/>
              </a:defRPr>
            </a:pPr>
            <a:r>
              <a:t>10K+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3774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Lines of Code</a:t>
            </a:r>
            <a:br/>
            <a:r>
              <a:t>(Vanilla JS Architecture)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3749039"/>
            <a:ext cx="32918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749039"/>
            <a:ext cx="3291840" cy="54864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0233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10B981"/>
                </a:solidFill>
                <a:latin typeface="Inter"/>
              </a:defRPr>
            </a:pPr>
            <a:r>
              <a:t>5.1 MB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75487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APK Size</a:t>
            </a:r>
            <a:br/>
            <a:r>
              <a:t>(Minimal Footprint)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3749039"/>
            <a:ext cx="32918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89120" y="3749039"/>
            <a:ext cx="3291840" cy="54864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40233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0ED48F"/>
                </a:solidFill>
                <a:latin typeface="Inter"/>
              </a:defRPr>
            </a:pPr>
            <a:r>
              <a:t>Zero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0" y="475487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Paper Usage</a:t>
            </a:r>
            <a:br/>
            <a:r>
              <a:t>(Fully Digital Workflow)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046720" y="3749039"/>
            <a:ext cx="3291840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46720" y="3749039"/>
            <a:ext cx="3291840" cy="54864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0" y="4023359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F4444"/>
                </a:solidFill>
                <a:latin typeface="Inter"/>
              </a:defRPr>
            </a:pPr>
            <a:r>
              <a:t>50K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4754879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  <a:latin typeface="Inter"/>
              </a:defRPr>
            </a:pPr>
            <a:r>
              <a:t>Monthly Active Users</a:t>
            </a:r>
            <a:br/>
            <a:r>
              <a:t>(Supabase Free Tier Capacity)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  <a:latin typeface="Inter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3B82F6"/>
                </a:solidFill>
                <a:latin typeface="Inter"/>
              </a:defRPr>
            </a:pPr>
            <a:r>
              <a:t>Questions &amp; Discussion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474720"/>
            <a:ext cx="2133295" cy="36576"/>
          </a:xfrm>
          <a:prstGeom prst="rect">
            <a:avLst/>
          </a:prstGeom>
          <a:solidFill>
            <a:srgbClr val="0ED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University College of Engineering, Ariyalur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MooN Software Solutions  |  DormFlow v3.0.0</a:t>
            </a:r>
          </a:p>
          <a:p>
            <a:pPr algn="ctr">
              <a:spcAft>
                <a:spcPts val="600"/>
              </a:spcAft>
              <a:defRPr sz="1600" b="0">
                <a:solidFill>
                  <a:srgbClr val="94A3B8"/>
                </a:solidFill>
                <a:latin typeface="Inter"/>
              </a:defRPr>
            </a:pPr>
            <a:r>
              <a:t>github.com/VARUN122134/dormflow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